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 RIGOROSO: até 10 minutos por trabalho. Sugestão de organização: cerca de 2 minutos por slide (são 5 slides de conteúdo, além da capa). Na capa, leia o título e apresente-se rapidamente. Ensaie em voz alta e cronometre — respeitar o tempo é essencial, pois teremos apresentadores de diferentes níveis acadêmicos.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≈2 min. Vá direto ao ponto; guarde detalhes para o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≈2 min. Objetivo: a plateia entender COMO o trabalho foi 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≈2 min (a parte mais importante). Um gráfico limpo vale mais que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≈2 min. Feche com a mensagem que você quer que fique.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≈2 min. Deixe o e-mail visível para quem quiser conversar depois. Lembre-se: o tempo total é rigoroso (até 10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714500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14500"/>
            <a:ext cx="201168" cy="1714500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29000"/>
            <a:ext cx="201168" cy="1714500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43500"/>
            <a:ext cx="201168" cy="1714500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neon Abenfo 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8640"/>
            <a:ext cx="3931920" cy="1406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868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788490"/>
                </a:solidFill>
                <a:latin typeface="Arial"/>
              </a:rPr>
              <a:t>UERJ · Rio de Janeiro ·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2651760" cy="109728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514600"/>
            <a:ext cx="2651760" cy="109728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514600"/>
            <a:ext cx="2651760" cy="109728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2514600"/>
            <a:ext cx="2651760" cy="109728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48535E"/>
                </a:solidFill>
                <a:latin typeface="Arial"/>
              </a:rPr>
              <a:t>TÍTULO DO TRABALHO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8A939C"/>
                </a:solidFill>
                <a:latin typeface="Arial"/>
              </a:rPr>
              <a:t>(substitua por este texto — no máximo 2 linhas)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0916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3F4750"/>
                </a:solidFill>
                <a:latin typeface="Arial"/>
              </a:rPr>
              <a:t>Nome do relator (sublinhado) e demais autores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788490"/>
                </a:solidFill>
                <a:latin typeface="Arial"/>
              </a:rPr>
              <a:t>Instituição / vínculo dos autores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3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48535E"/>
                </a:solidFill>
                <a:latin typeface="Arial"/>
              </a:rPr>
              <a:t>Eixo temático: ____________     ·     Modalidade: Comunicação oral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788490"/>
                </a:solidFill>
                <a:latin typeface="Arial"/>
              </a:rPr>
              <a:t>Tempo de apresentação: até 10 minutos (rigoroso) · sugestão: cerca de 2 minutos por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48535E"/>
                </a:solidFill>
                <a:latin typeface="Arial"/>
              </a:rPr>
              <a:t>Introdução e Objetivo</a:t>
            </a:r>
          </a:p>
        </p:txBody>
      </p:sp>
      <p:pic>
        <p:nvPicPr>
          <p:cNvPr id="4" name="Picture 3" descr="Eneon Abenfo 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1828800" cy="6540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1325880"/>
            <a:ext cx="1417320" cy="82296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0" y="1325880"/>
            <a:ext cx="1417320" cy="82296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11880" y="1325880"/>
            <a:ext cx="1417320" cy="82296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325880"/>
            <a:ext cx="1417320" cy="82296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56815"/>
            <a:ext cx="146304" cy="146304"/>
          </a:xfrm>
          <a:prstGeom prst="ellipse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87451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Contextualize o tema em 1–2 frases (por que é relevante).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5"/>
            <a:ext cx="146304" cy="146304"/>
          </a:xfrm>
          <a:prstGeom prst="ellipse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5175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Aponte o problema ou a lacuna que motivou o trabalho.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11295"/>
            <a:ext cx="146304" cy="146304"/>
          </a:xfrm>
          <a:prstGeom prst="ellipse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2899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Objetivo em uma frase clara e direta.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37376"/>
            <a:ext cx="12191695" cy="27432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49224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IX ENEON 2026 · Título do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48535E"/>
                </a:solidFill>
                <a:latin typeface="Arial"/>
              </a:rPr>
              <a:t>Método</a:t>
            </a:r>
          </a:p>
        </p:txBody>
      </p:sp>
      <p:pic>
        <p:nvPicPr>
          <p:cNvPr id="4" name="Picture 3" descr="Eneon Abenfo 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1828800" cy="6540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1325880"/>
            <a:ext cx="1417320" cy="82296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0" y="1325880"/>
            <a:ext cx="1417320" cy="82296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11880" y="1325880"/>
            <a:ext cx="1417320" cy="82296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325880"/>
            <a:ext cx="1417320" cy="82296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56815"/>
            <a:ext cx="146304" cy="146304"/>
          </a:xfrm>
          <a:prstGeom prst="ellipse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87451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Tipo e desenho do estudo.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5"/>
            <a:ext cx="146304" cy="146304"/>
          </a:xfrm>
          <a:prstGeom prst="ellipse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5175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Local, período e participantes.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11295"/>
            <a:ext cx="146304" cy="146304"/>
          </a:xfrm>
          <a:prstGeom prst="ellipse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2899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Como os dados foram coletados e analisados.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288535"/>
            <a:ext cx="146304" cy="146304"/>
          </a:xfrm>
          <a:prstGeom prst="ellipse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0623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Aspectos éticos (nº do CAAE), quando aplicável.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27432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9224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IX ENEON 2026 · Título do trabalho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92240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48535E"/>
                </a:solidFill>
                <a:latin typeface="Arial"/>
              </a:rPr>
              <a:t>Resultados</a:t>
            </a:r>
          </a:p>
        </p:txBody>
      </p:sp>
      <p:pic>
        <p:nvPicPr>
          <p:cNvPr id="4" name="Picture 3" descr="Eneon Abenfo 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1828800" cy="6540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1325880"/>
            <a:ext cx="1417320" cy="82296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0" y="1325880"/>
            <a:ext cx="1417320" cy="82296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11880" y="1325880"/>
            <a:ext cx="1417320" cy="82296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325880"/>
            <a:ext cx="1417320" cy="82296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56815"/>
            <a:ext cx="146304" cy="146304"/>
          </a:xfrm>
          <a:prstGeom prst="ellipse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87451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Apresente só os principais achados — com números.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5"/>
            <a:ext cx="146304" cy="146304"/>
          </a:xfrm>
          <a:prstGeom prst="ellipse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5175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Se usar gráfico ou tabela, escolha UM e mantenha simples.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11295"/>
            <a:ext cx="146304" cy="146304"/>
          </a:xfrm>
          <a:prstGeom prst="ellipse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2899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Evite tabelas grandes: destaque o essencial.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37376"/>
            <a:ext cx="12191695" cy="27432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49224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IX ENEON 2026 · Título do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48535E"/>
                </a:solidFill>
                <a:latin typeface="Arial"/>
              </a:rPr>
              <a:t>Considerações finais</a:t>
            </a:r>
          </a:p>
        </p:txBody>
      </p:sp>
      <p:pic>
        <p:nvPicPr>
          <p:cNvPr id="4" name="Picture 3" descr="Eneon Abenfo 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1828800" cy="6540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1325880"/>
            <a:ext cx="1417320" cy="82296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0" y="1325880"/>
            <a:ext cx="1417320" cy="82296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11880" y="1325880"/>
            <a:ext cx="1417320" cy="82296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325880"/>
            <a:ext cx="1417320" cy="82296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56815"/>
            <a:ext cx="146304" cy="146304"/>
          </a:xfrm>
          <a:prstGeom prst="ellipse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87451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Retome o objetivo e responda a ele.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5"/>
            <a:ext cx="146304" cy="146304"/>
          </a:xfrm>
          <a:prstGeom prst="ellipse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5175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Contribuições para a prática, o ensino ou a pesquisa em Enfermagem Obstétrica.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11295"/>
            <a:ext cx="146304" cy="146304"/>
          </a:xfrm>
          <a:prstGeom prst="ellipse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2899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Limitações e recomendações, se couber.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37376"/>
            <a:ext cx="12191695" cy="27432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49224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IX ENEON 2026 · Título do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48535E"/>
                </a:solidFill>
                <a:latin typeface="Arial"/>
              </a:rPr>
              <a:t>Referências e Agradecimentos</a:t>
            </a:r>
          </a:p>
        </p:txBody>
      </p:sp>
      <p:pic>
        <p:nvPicPr>
          <p:cNvPr id="4" name="Picture 3" descr="Eneon Abenfo Log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1828800" cy="6540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1325880"/>
            <a:ext cx="1417320" cy="82296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0" y="1325880"/>
            <a:ext cx="1417320" cy="82296"/>
          </a:xfrm>
          <a:prstGeom prst="rect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11880" y="1325880"/>
            <a:ext cx="1417320" cy="82296"/>
          </a:xfrm>
          <a:prstGeom prst="rect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325880"/>
            <a:ext cx="1417320" cy="82296"/>
          </a:xfrm>
          <a:prstGeom prst="rect">
            <a:avLst/>
          </a:prstGeom>
          <a:solidFill>
            <a:srgbClr val="F0C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956815"/>
            <a:ext cx="146304" cy="146304"/>
          </a:xfrm>
          <a:prstGeom prst="ellipse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87451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3 a 5 referências principais (formato ABNT).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734055"/>
            <a:ext cx="146304" cy="146304"/>
          </a:xfrm>
          <a:prstGeom prst="ellipse">
            <a:avLst/>
          </a:prstGeom>
          <a:solidFill>
            <a:srgbClr val="C0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5175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Agradecimentos e financiamento, se houver.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11295"/>
            <a:ext cx="146304" cy="146304"/>
          </a:xfrm>
          <a:prstGeom prst="ellipse">
            <a:avLst/>
          </a:prstGeom>
          <a:solidFill>
            <a:srgbClr val="CCC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28999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F4750"/>
                </a:solidFill>
                <a:latin typeface="Arial"/>
              </a:rPr>
              <a:t>Contato do relator (e-mail) para dúvidas.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37376"/>
            <a:ext cx="12191695" cy="27432"/>
          </a:xfrm>
          <a:prstGeom prst="rect">
            <a:avLst/>
          </a:prstGeom>
          <a:solidFill>
            <a:srgbClr val="C0E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49224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IX ENEON 2026 · Título do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8A939C"/>
                </a:solidFill>
                <a:latin typeface="Arial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